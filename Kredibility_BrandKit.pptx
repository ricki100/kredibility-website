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182880" cy="5143500"/>
          </a:xfrm>
          <a:prstGeom prst="rect">
            <a:avLst/>
          </a:prstGeom>
          <a:solidFill>
            <a:srgbClr val="F0D0DC"/>
          </a:solidFill>
          <a:ln w="12700">
            <a:solidFill>
              <a:srgbClr val="F0D0DC"/>
            </a:solidFill>
            <a:prstDash val="solid"/>
          </a:ln>
        </p:spPr>
      </p:sp>
      <p:pic>
        <p:nvPicPr>
          <p:cNvPr id="4" name="Image 0" descr="/sessions/optimistic-sleepy-pasteur/mnt/Kredibility Finance/assets/kredibility-logo-magenta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2296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Growth, Our Commitment.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7432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RBZ Licensed Microfinance Institution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840480" y="1234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800" kern="0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KIT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84048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51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Kredibility Finance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840480" y="2514600"/>
            <a:ext cx="4206240" cy="27432"/>
          </a:xfrm>
          <a:prstGeom prst="rect">
            <a:avLst/>
          </a:prstGeom>
          <a:solidFill>
            <a:srgbClr val="F0D0DC"/>
          </a:solidFill>
          <a:ln w="12700">
            <a:solidFill>
              <a:srgbClr val="F0D0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0" y="2834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Brand Identity &amp; Logo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0" y="3182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Colour Palette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840480" y="35295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Typography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40480" y="38770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Tone of Voice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40480" y="4224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Brand Personality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41248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&amp; LOGO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5" name="Image 0" descr="/sessions/optimistic-sleepy-pasteur/mnt/Kredibility Finance/assets/kredibility-logo-magenta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68680"/>
            <a:ext cx="237744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51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"Your Growth, Our Commitment."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566160" y="685800"/>
            <a:ext cx="27432" cy="4114800"/>
          </a:xfrm>
          <a:prstGeom prst="rect">
            <a:avLst/>
          </a:prstGeom>
          <a:solidFill>
            <a:srgbClr val="F0D0DC"/>
          </a:solidFill>
          <a:ln w="12700">
            <a:solidFill>
              <a:srgbClr val="F0D0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0" y="685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Guidelines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840480" y="1234440"/>
            <a:ext cx="54864" cy="475488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41648" y="123444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Space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041648" y="14356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clear space equal to the height of the "K" around the logo on all sides.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40480" y="1911096"/>
            <a:ext cx="54864" cy="475488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41648" y="191109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Size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41648" y="21122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reproduce the logo smaller than 24px / 8mm in height to ensure legibility.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840480" y="2587752"/>
            <a:ext cx="54864" cy="475488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41648" y="258775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White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041648" y="27889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— use the Magenta logo on a white or light background.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840480" y="3264408"/>
            <a:ext cx="54864" cy="475488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41648" y="326440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Magenta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041648" y="34655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white logo on solid Magenta (#B5135A) backgrounds only.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840480" y="3941064"/>
            <a:ext cx="54864" cy="475488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41648" y="394106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Alter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041648" y="41422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stretch, rotate, recolour, add effects or modify the logo in any way.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41248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PALETTE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palette built on trust, warmth and confidence — anchored by Kredibility Magenta.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353312" cy="1444752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68833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Kredibility Magenta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93522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1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#B5135A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3145536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CTAs, headings, accents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37944" y="1188720"/>
            <a:ext cx="1353312" cy="1444752"/>
          </a:xfrm>
          <a:prstGeom prst="rect">
            <a:avLst/>
          </a:prstGeom>
          <a:solidFill>
            <a:srgbClr val="161011"/>
          </a:solidFill>
          <a:ln w="12700">
            <a:solidFill>
              <a:srgbClr val="1610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37944" y="268833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37944" y="293522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1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#161011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37944" y="3145536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copy, strong headings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64408" y="1188720"/>
            <a:ext cx="1353312" cy="1444752"/>
          </a:xfrm>
          <a:prstGeom prst="rect">
            <a:avLst/>
          </a:prstGeom>
          <a:solidFill>
            <a:srgbClr val="5C3D4A"/>
          </a:solidFill>
          <a:ln w="12700">
            <a:solidFill>
              <a:srgbClr val="5C3D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268833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64408" y="293522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1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#5C3D4A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64408" y="3145536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text, captions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90872" y="1188720"/>
            <a:ext cx="1353312" cy="1444752"/>
          </a:xfrm>
          <a:prstGeom prst="rect">
            <a:avLst/>
          </a:prstGeom>
          <a:solidFill>
            <a:srgbClr val="F0D0DC"/>
          </a:solidFill>
          <a:ln w="12700">
            <a:solidFill>
              <a:srgbClr val="F0D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268833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90872" y="293522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1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#F0D0DC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0872" y="3145536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Dividers, light backgrounds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17336" y="1188720"/>
            <a:ext cx="1353312" cy="1444752"/>
          </a:xfrm>
          <a:prstGeom prst="rect">
            <a:avLst/>
          </a:prstGeom>
          <a:solidFill>
            <a:srgbClr val="FAF5F7"/>
          </a:solidFill>
          <a:ln w="12700">
            <a:solidFill>
              <a:srgbClr val="FAF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7336" y="268833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Off-White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17336" y="293522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1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#FAF5F7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17336" y="3145536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backgrounds, cards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543800" y="1188720"/>
            <a:ext cx="135331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268833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43800" y="293522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1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43800" y="3145536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background (60% usage)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OF VOICE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Kredibility speaks — to every client, on every channel.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011680" cy="3310128"/>
          </a:xfrm>
          <a:prstGeom prst="rect">
            <a:avLst/>
          </a:prstGeom>
          <a:solidFill>
            <a:srgbClr val="FAF5F7"/>
          </a:solidFill>
          <a:ln w="12700">
            <a:solidFill>
              <a:srgbClr val="F0D0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2011680" cy="64008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0759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1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" y="173736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speak with authority. We know our product, our sector and our clients. We make clear, direct statements — never hedging.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1208" y="2880360"/>
            <a:ext cx="411480" cy="182880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8803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30906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61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offer fast, flexible loans designed for your life.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21208" y="3730752"/>
            <a:ext cx="502920" cy="182880"/>
          </a:xfrm>
          <a:prstGeom prst="rect">
            <a:avLst/>
          </a:prstGeom>
          <a:solidFill>
            <a:srgbClr val="5C3D4A"/>
          </a:solidFill>
          <a:ln w="12700">
            <a:solidFill>
              <a:srgbClr val="5C3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730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21208" y="394106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C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might be able to help with a possible loan option.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0" y="1188720"/>
            <a:ext cx="2011680" cy="3310128"/>
          </a:xfrm>
          <a:prstGeom prst="rect">
            <a:avLst/>
          </a:prstGeom>
          <a:solidFill>
            <a:srgbClr val="FAF5F7"/>
          </a:solidFill>
          <a:ln w="12700">
            <a:solidFill>
              <a:srgbClr val="F0D0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1188720"/>
            <a:ext cx="2011680" cy="64008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0048" y="130759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1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70048" y="173736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can feel cold. We choose warmth. We acknowledge real lives, real pressures and real goals — we speak to the person.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70048" y="2880360"/>
            <a:ext cx="411480" cy="182880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0048" y="28803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670048" y="30906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61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here to help you get there — whatever your goal.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70048" y="3730752"/>
            <a:ext cx="502920" cy="182880"/>
          </a:xfrm>
          <a:prstGeom prst="rect">
            <a:avLst/>
          </a:prstGeom>
          <a:solidFill>
            <a:srgbClr val="5C3D4A"/>
          </a:solidFill>
          <a:ln w="12700">
            <a:solidFill>
              <a:srgbClr val="5C3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0048" y="3730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70048" y="394106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C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 eligibility is determined by underwriting criteria.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9160" y="1188720"/>
            <a:ext cx="2011680" cy="3310128"/>
          </a:xfrm>
          <a:prstGeom prst="rect">
            <a:avLst/>
          </a:prstGeom>
          <a:solidFill>
            <a:srgbClr val="FAF5F7"/>
          </a:solidFill>
          <a:ln w="12700">
            <a:solidFill>
              <a:srgbClr val="F0D0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188720"/>
            <a:ext cx="2011680" cy="64008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130759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1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18888" y="173736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jargon, no surprises. Kredibility explains costs, timelines and requirements in plain, honest language everyone understands.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18888" y="2880360"/>
            <a:ext cx="411480" cy="182880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8803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18888" y="30906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61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Repay over 3–18 months. You will always know the full cost.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18888" y="3730752"/>
            <a:ext cx="502920" cy="182880"/>
          </a:xfrm>
          <a:prstGeom prst="rect">
            <a:avLst/>
          </a:prstGeom>
          <a:solidFill>
            <a:srgbClr val="5C3D4A"/>
          </a:solidFill>
          <a:ln w="12700">
            <a:solidFill>
              <a:srgbClr val="5C3D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730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18888" y="394106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C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Subject to affordability metrics and regulatory compliance.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58000" y="1188720"/>
            <a:ext cx="2011680" cy="3310128"/>
          </a:xfrm>
          <a:prstGeom prst="rect">
            <a:avLst/>
          </a:prstGeom>
          <a:solidFill>
            <a:srgbClr val="FAF5F7"/>
          </a:solidFill>
          <a:ln w="12700">
            <a:solidFill>
              <a:srgbClr val="F0D0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0" y="1188720"/>
            <a:ext cx="2011680" cy="64008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67728" y="130759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1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Purposeful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67728" y="173736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earns its place. We do not pad or oversell. Each message connects to growth — the client's and Zimbabwe's.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67728" y="2880360"/>
            <a:ext cx="411480" cy="182880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67728" y="28803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967728" y="30906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61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your business. We will help you fund it.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67728" y="3730752"/>
            <a:ext cx="502920" cy="182880"/>
          </a:xfrm>
          <a:prstGeom prst="rect">
            <a:avLst/>
          </a:prstGeom>
          <a:solidFill>
            <a:srgbClr val="5C3D4A"/>
          </a:solidFill>
          <a:ln w="12700">
            <a:solidFill>
              <a:srgbClr val="5C3D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67728" y="3730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967728" y="394106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C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our vast suite of unique financial solutions today!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41248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51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5778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sessions/optimistic-sleepy-pasteur/mnt/Kredibility Finance/assets/kredibility-logo-magenta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1148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475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B51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PERSONALITY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1828800" y="7680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1783080"/>
            <a:ext cx="4937760" cy="27432"/>
          </a:xfrm>
          <a:prstGeom prst="rect">
            <a:avLst/>
          </a:prstGeom>
          <a:solidFill>
            <a:srgbClr val="F0D0DC"/>
          </a:solidFill>
          <a:ln w="12700">
            <a:solidFill>
              <a:srgbClr val="F0D0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9019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Kredibility feels like: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2359152"/>
            <a:ext cx="64008" cy="438912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2359152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colleague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2648" y="25786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bank behind glass. Kredibility feels like a knowledgeable friend who genuinely wants to help you move forward.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2999232"/>
            <a:ext cx="64008" cy="438912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2999232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growth enabler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2648" y="32186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should leave clients feeling capable and supported — not judged. We fund ambition, not desperation.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11480" y="3639312"/>
            <a:ext cx="64008" cy="438912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3639312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&amp; Zimbabwean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2648" y="3858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local. We understand the rhythms of Zimbabwean business and family life — practical, resilient, forward-looking.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4279392"/>
            <a:ext cx="64008" cy="438912"/>
          </a:xfrm>
          <a:prstGeom prst="rect">
            <a:avLst/>
          </a:prstGeom>
          <a:solidFill>
            <a:srgbClr val="B5135A"/>
          </a:solidFill>
          <a:ln w="12700">
            <a:solidFill>
              <a:srgbClr val="B513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" y="4279392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&amp; transparent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2648" y="44988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always know where they stand. No hidden fees, no vague timelines. Trust is our most valuable asset.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852160" y="7772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Kredibility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6492240" y="2331720"/>
            <a:ext cx="16916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0" y="24688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"Your Growth,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Commitment."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897880" y="3429000"/>
            <a:ext cx="1417320" cy="329184"/>
          </a:xfrm>
          <a:prstGeom prst="rect">
            <a:avLst/>
          </a:prstGeom>
          <a:solidFill>
            <a:srgbClr val="8C0F45"/>
          </a:solidFill>
          <a:ln w="12700">
            <a:solidFill>
              <a:srgbClr val="8C0F4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97880" y="34290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470648" y="3429000"/>
            <a:ext cx="1417320" cy="329184"/>
          </a:xfrm>
          <a:prstGeom prst="rect">
            <a:avLst/>
          </a:prstGeom>
          <a:solidFill>
            <a:srgbClr val="8C0F45"/>
          </a:solidFill>
          <a:ln w="12700">
            <a:solidFill>
              <a:srgbClr val="8C0F4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70648" y="34290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897880" y="3886200"/>
            <a:ext cx="1417320" cy="329184"/>
          </a:xfrm>
          <a:prstGeom prst="rect">
            <a:avLst/>
          </a:prstGeom>
          <a:solidFill>
            <a:srgbClr val="8C0F45"/>
          </a:solidFill>
          <a:ln w="12700">
            <a:solidFill>
              <a:srgbClr val="8C0F4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97880" y="38862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470648" y="3886200"/>
            <a:ext cx="1417320" cy="329184"/>
          </a:xfrm>
          <a:prstGeom prst="rect">
            <a:avLst/>
          </a:prstGeom>
          <a:solidFill>
            <a:srgbClr val="8C0F45"/>
          </a:solidFill>
          <a:ln w="12700">
            <a:solidFill>
              <a:srgbClr val="8C0F4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70648" y="38862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897880" y="4343400"/>
            <a:ext cx="1417320" cy="329184"/>
          </a:xfrm>
          <a:prstGeom prst="rect">
            <a:avLst/>
          </a:prstGeom>
          <a:solidFill>
            <a:srgbClr val="8C0F45"/>
          </a:solidFill>
          <a:ln w="12700">
            <a:solidFill>
              <a:srgbClr val="8C0F4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97880" y="43434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470648" y="4343400"/>
            <a:ext cx="1417320" cy="329184"/>
          </a:xfrm>
          <a:prstGeom prst="rect">
            <a:avLst/>
          </a:prstGeom>
          <a:solidFill>
            <a:srgbClr val="8C0F45"/>
          </a:solidFill>
          <a:ln w="12700">
            <a:solidFill>
              <a:srgbClr val="8C0F4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70648" y="43434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11480" y="481888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C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Kredibility Finance (Private) Limited  |  kredibilityfinance.co.zw  |  RBZ Licensed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Kredibility Finance — Brand Kit</dc:title>
  <dc:subject>PptxGenJS Presentation</dc:subject>
  <dc:creator>PptxGenJS</dc:creator>
  <cp:lastModifiedBy>PptxGenJS</cp:lastModifiedBy>
  <cp:revision>1</cp:revision>
  <dcterms:created xsi:type="dcterms:W3CDTF">2026-05-21T09:36:57Z</dcterms:created>
  <dcterms:modified xsi:type="dcterms:W3CDTF">2026-05-21T09:36:57Z</dcterms:modified>
</cp:coreProperties>
</file>